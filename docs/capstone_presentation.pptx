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233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Layer ⑤ shows the full RAG ingestion pipeline ending in ChromaDB.</a:t>
            </a:r>
          </a:p>
          <a:p>
            <a:r>
              <a:t>Langfuse (right panel) is self-hosted — all traces stay on-premise, satisfying Indian data-protection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233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RLHF loop: customer star rating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Star ratings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233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72768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5185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7603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10020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lookup_
loan_status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2438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04288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304288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304288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52928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871215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71215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871215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419856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438144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438144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438144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86783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005072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4005072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553712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72000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572000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572000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120640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138927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138927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5138927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687568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705856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705856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705856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All tools traced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Star rating UI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Star ratings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233 unit + integration tests passing across 12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69264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144475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55648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414016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60520" y="2414016"/>
            <a:ext cx="91440" cy="9692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46888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79776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438144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3438144"/>
            <a:ext cx="91440" cy="969264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349300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803904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462272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4462272"/>
            <a:ext cx="91440" cy="969264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451713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lookup_loan_status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828032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486400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60520" y="5486400"/>
            <a:ext cx="91440" cy="9692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554126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852160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lookup_loan_status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042415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97295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98464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99631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amount → tenure → income → age → employment_type.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Feedback loop: customer rating → policy updater → adapted system prompt → better next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⭐ in Streamlit
+ optional comment
feedback_collector.
record_feedback()
Normalised 0–1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
EMPATHY BOOST
avg ≥ 0.85 →
maintain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Adapted prompt injected into next session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Star ratings normalised (rating−1)/4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Star ratings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233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